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4" r:id="rId6"/>
    <p:sldId id="260" r:id="rId7"/>
    <p:sldId id="263" r:id="rId8"/>
    <p:sldId id="265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9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A27F-261D-78D2-2394-696746F0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49855-6CA0-D70B-25F6-15CA57343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0E1A8-7E9E-5C11-9EC6-207BD91BA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11790-F0EB-CA91-9360-F913753E5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43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4671-9B14-C4D3-6833-648741BE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64C2B-F49C-6F1A-A430-4CED4E33E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42712-18AB-8259-B596-21DF61E2D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4513-2552-3231-A034-EB471A1DF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1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2FEE-D295-9CFA-94D7-85EB1946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50021-7348-2D02-F8D8-3AF66CE38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2C0ED-8BCB-FDD1-5828-D4AF821A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38F22-0F72-5BE7-E376-71B2C6518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61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32C4F"/>
          </a:solidFill>
          <a:ln w="12700">
            <a:solidFill>
              <a:srgbClr val="132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2011680" cy="20116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411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2ND REVIEW</a:t>
            </a:r>
            <a:endParaRPr lang="en-US" sz="14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10972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 Prediction and Market Analysis System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60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forecasting with technical analysis, FinBERT sentiment and XGBoost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159620" y="3292629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32C4F"/>
          </a:solidFill>
          <a:ln w="12700">
            <a:solidFill>
              <a:srgbClr val="26497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02520" y="3379497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Shairaaj V 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502520" y="37719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25MX221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29248" y="3299881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32C4F"/>
          </a:solidFill>
          <a:ln w="12700">
            <a:solidFill>
              <a:srgbClr val="2649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77140" y="3366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177140" y="373043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25MX229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7991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Guide: Dr. M. Subathra,</a:t>
            </a:r>
            <a:r>
              <a:rPr lang="en-US" dirty="0"/>
              <a:t> </a:t>
            </a:r>
            <a:r>
              <a:rPr lang="en-US" sz="1600" dirty="0">
                <a:solidFill>
                  <a:schemeClr val="bg1"/>
                </a:solidFill>
              </a:rPr>
              <a:t>Assistant Professor (Sl. Grade) | Department of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0700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25880" y="1115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444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 and ML forecasts are analyzed separately and predictions lack explanations.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32120" y="1115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1444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explainable crypto forecasting platform that combines market data with news sentiment.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—  one unified pipeline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+ NewsAPI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673352" y="2971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1856232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148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56232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901952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3072384" y="2971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3255264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27889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255264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3300984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technical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4471416" y="2971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4654296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5212" y="278892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654296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700016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5870448" y="2971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6053328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2788920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053328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099048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7269480" y="2971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1" name="Shape 32"/>
          <p:cNvSpPr/>
          <p:nvPr/>
        </p:nvSpPr>
        <p:spPr>
          <a:xfrm>
            <a:off x="7452360" y="269748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3276" y="278892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452360" y="3118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7498080" y="3374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</a:rPr>
              <a:t>1000</a:t>
            </a:r>
            <a:endParaRPr lang="en-US" sz="300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Cryptocurrencies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178308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</a:rPr>
              <a:t>23</a:t>
            </a:r>
            <a:endParaRPr lang="en-US" sz="3000" dirty="0"/>
          </a:p>
        </p:txBody>
      </p:sp>
      <p:sp>
        <p:nvSpPr>
          <p:cNvPr id="48" name="Text 38"/>
          <p:cNvSpPr txBox="1"/>
          <p:nvPr/>
        </p:nvSpPr>
        <p:spPr>
          <a:xfrm>
            <a:off x="178308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310896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50" name="Text 40"/>
          <p:cNvSpPr txBox="1"/>
          <p:nvPr/>
        </p:nvSpPr>
        <p:spPr>
          <a:xfrm>
            <a:off x="310896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4526280" y="3904488"/>
            <a:ext cx="416052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8" y="4114800"/>
            <a:ext cx="320040" cy="32004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12064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interpretable next-day forecasts for decision support.</a:t>
            </a:r>
            <a:endParaRPr lang="en-US" sz="13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8D0AFD1-CE9F-EB59-97D2-F943EDAB7B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716" y="1130335"/>
            <a:ext cx="610546" cy="61054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ECD9732-2B02-0A22-845D-8CD4346A27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145" y="1078072"/>
            <a:ext cx="760791" cy="76079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0FC1417-2ACB-30CB-FB86-EDC17B2451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7080" y="-179736"/>
            <a:ext cx="1162240" cy="1162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Review Comments &amp; Implementation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5" name="Revi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63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Review Comments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Implemented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 Fixed next-day 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fixed forecast for tomorrow rather than one that changes with every live price update.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tomorrow price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predicted range stays consolidated and fixed for the selected day, independent of live price updates.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 Historical price visualisation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graphs to visualise historical price data.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price charts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 for 24 hours, 1 week, 1 month and 1 year to analyse price trends across time periods.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review comments have been addressed and implemented in the application.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5F11C8-317F-41EE-2824-2322BAC01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9718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665372-D838-4316-BC75-3E904F0D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76" y="8686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646FB-AD06-82B7-2864-13486E30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744AE3-B4D5-0209-8269-E2FF479770C2}"/>
              </a:ext>
            </a:extLst>
          </p:cNvPr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 – Dashboard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F77300-024E-48FA-03A8-11D60F07972B}"/>
              </a:ext>
            </a:extLst>
          </p:cNvPr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Prediction and Market Analysis System  |  Mini Project 2nd Review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33098A-B1B4-915F-3CE0-F67874818756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53CCD-673E-70BB-F7FB-8AA6940C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14" y="816759"/>
            <a:ext cx="8912772" cy="416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9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 – Markets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Prediction and Market Analysis System  |  Mini Project 2nd Review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E99EE2-C416-F422-B57C-71E4C2579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3" y="868680"/>
            <a:ext cx="8898853" cy="4149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5B183-8C29-689C-7352-394BE69F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89B6E4-D887-84FE-E49C-6A84E3E16361}"/>
              </a:ext>
            </a:extLst>
          </p:cNvPr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 – News Feed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2C383A-B859-254F-FDA9-2D82B45C8182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0B6601-3A60-5E99-80EE-5CF99015A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54" y="872950"/>
            <a:ext cx="8525291" cy="39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5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63D5F-7F72-F0D3-1891-B73234BC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5D269D-6A35-578A-8B63-B2581F3FB9F6}"/>
              </a:ext>
            </a:extLst>
          </p:cNvPr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 - SHAP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7B6343-95E0-3E63-7D8A-89726393BED7}"/>
              </a:ext>
            </a:extLst>
          </p:cNvPr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Prediction and Market Analysis System  |  Mini Project 2nd Review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208B2C-B532-581D-EB35-5597F376FFAF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2ACD0-CED1-245C-BD70-518A21F8C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76" y="954405"/>
            <a:ext cx="8653047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0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108960"/>
            <a:ext cx="3840480" cy="3840480"/>
          </a:xfrm>
          <a:prstGeom prst="ellipse">
            <a:avLst/>
          </a:prstGeom>
          <a:solidFill>
            <a:srgbClr val="132C4F"/>
          </a:solidFill>
          <a:ln w="12700">
            <a:solidFill>
              <a:srgbClr val="132C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011680" y="3017520"/>
            <a:ext cx="5120640" cy="731520"/>
          </a:xfrm>
          <a:prstGeom prst="roundRect">
            <a:avLst>
              <a:gd name="adj" fmla="val 18750"/>
            </a:avLst>
          </a:prstGeom>
          <a:solidFill>
            <a:srgbClr val="132C4F"/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2011680" y="3017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DEMO]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 Review">
  <a:themeElements>
    <a:clrScheme name="Crypto Review">
      <a:dk1>
        <a:srgbClr val="1E293B"/>
      </a:dk1>
      <a:lt1>
        <a:srgbClr val="FFFFFF"/>
      </a:lt1>
      <a:dk2>
        <a:srgbClr val="0B1F3A"/>
      </a:dk2>
      <a:lt2>
        <a:srgbClr val="F1F5F9"/>
      </a:lt2>
      <a:accent1>
        <a:srgbClr val="0FA3B1"/>
      </a:accent1>
      <a:accent2>
        <a:srgbClr val="F5A623"/>
      </a:accent2>
      <a:accent3>
        <a:srgbClr val="132C4F"/>
      </a:accent3>
      <a:accent4>
        <a:srgbClr val="64748B"/>
      </a:accent4>
      <a:accent5>
        <a:srgbClr val="CBD5E1"/>
      </a:accent5>
      <a:accent6>
        <a:srgbClr val="0B7285"/>
      </a:accent6>
      <a:hlink>
        <a:srgbClr val="0FA3B1"/>
      </a:hlink>
      <a:folHlink>
        <a:srgbClr val="64748B"/>
      </a:folHlink>
    </a:clrScheme>
    <a:fontScheme name="Crypto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303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Crypto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PREDICTION AND MARKET ANALYSIS SYSTEM</dc:title>
  <dc:subject>PptxGenJS Presentation</dc:subject>
  <dc:creator>Team 25MX219 / 220 / 221 / 225</dc:creator>
  <cp:lastModifiedBy>Surya L</cp:lastModifiedBy>
  <cp:revision>7</cp:revision>
  <dcterms:created xsi:type="dcterms:W3CDTF">2026-10-05T09:04:23Z</dcterms:created>
  <dcterms:modified xsi:type="dcterms:W3CDTF">2026-10-06T09:39:43Z</dcterms:modified>
</cp:coreProperties>
</file>